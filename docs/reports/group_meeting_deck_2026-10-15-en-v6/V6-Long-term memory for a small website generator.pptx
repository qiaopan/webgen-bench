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9" r:id="rId6"/>
    <p:sldId id="260" r:id="rId7"/>
    <p:sldId id="261" r:id="rId8"/>
    <p:sldId id="262" r:id="rId9"/>
    <p:sldId id="271" r:id="rId22"/>
    <p:sldId id="263" r:id="rId10"/>
    <p:sldId id="264" r:id="rId11"/>
    <p:sldId id="265" r:id="rId12"/>
    <p:sldId id="270"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 a stronger 32B generator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v4, used text lessons. They helped on the first 30 tasks, but by the end v4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v7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Without memory: 28.5 percent and 30 zero-score tasks. With v7: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this is not significant. Adding memory on top adds 8.1 points, and this is significant.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memory, the task order matters, because each task can only use what came before it. We tried two shuffled orders. With v7 the gain dropped to about four and a half points. The reason: one code example was a whole file, and the model copied it as a finished answer, returning the empty starter project. In v9.1 every example is a short checked fragment. Blank sites go to zero, and the gain is 7.4 points on seed 11, which is significant, and 5.5 on seed 29. The chart shows the gap staying near or above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the 32B generator after that,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the versions in one table. v4 gives text lessons; they pile up and the small model ignores them. Checklist only turns memory off; it helps a little, not significantly. v7 replaces text tips with short code examples; this is the big jump, to 40 percent. v9.1, our final version, uses only checked fragments, which matters when the task order changes. I will come back to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(v4), code memory (v7),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v7 and the fixed v9.1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Stronger 32B generator: about 19 Oct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lessons (v4)</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(v7)</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Versions at a glance</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Each version fixes a failure of the one before</a:t>
            </a:r>
            <a:endParaRPr lang="en-US" sz="3000" dirty="0"/>
          </a:p>
        </p:txBody>
      </p:sp>
      <p:graphicFrame>
        <p:nvGraphicFramePr>
          <p:cNvPr id="4" name="Table 3"/>
          <p:cNvGraphicFramePr>
            <a:graphicFrameLocks noGrp="1"/>
          </p:cNvGraphicFramePr>
          <p:nvPr/>
        </p:nvGraphicFramePr>
        <p:xfrm>
          <a:off x="825500" y="1800000"/>
          <a:ext cx="10553700" cy="2800000"/>
        </p:xfrm>
        <a:graphic>
          <a:graphicData uri="http://schemas.openxmlformats.org/drawingml/2006/table">
            <a:tbl>
              <a:tblPr firstRow="0" bandRow="0"/>
              <a:tblGrid>
                <a:gridCol w="1055370"/>
                <a:gridCol w="2743962"/>
                <a:gridCol w="2743962"/>
                <a:gridCol w="2321814"/>
                <a:gridCol w="1688592"/>
              </a:tblGrid>
              <a:tr h="560000">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memory gives the model</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Change</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it showed</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Result (101 tasks)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v4</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Text lessons under a checklist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First version of memory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Vague text piles up; the 7B model ignores it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30.9%, below NM after task 30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Checklist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no memory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Ablation: memory turned off</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Decomposing the request helps a little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31.8% (+3.4,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short code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pool replaces text tips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is followed; gain grows over time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40.0% (+11.5)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v9.1 (final)</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Same, examples are checked fragments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No whole-file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Fixes blank sites when task order changes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Seed 11: +7.4; seed 29: +5.5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n.s. = not significant. v8 and v9 were stopped early and are not listed.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Long Memory (v7)</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 so the gain is not chance.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n.s. = not significant (the CI includes 0). 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not significant; mainly fewer blank sites.</a:t>
            </a:r>
          </a:p>
          <a:p>
            <a:pPr>
              <a:spcAft>
                <a:spcPts val="400"/>
              </a:spcAft>
            </a:pPr>
            <a:r>
              <a:rPr sz="1400" b="0">
                <a:solidFill>
                  <a:srgbClr val="14213D"/>
                </a:solidFill>
                <a:latin typeface="Arial"/>
              </a:rPr>
              <a:t>Memory on top of the checklist: +8.1 points (95% CI 2.9 to 13.2), significant.</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1650000"/>
        </p:xfrm>
        <a:graphic>
          <a:graphicData uri="http://schemas.openxmlformats.org/drawingml/2006/table">
            <a:tbl>
              <a:tblPr firstRow="0" bandRow="0"/>
              <a:tblGrid>
                <a:gridCol w="1666373"/>
                <a:gridCol w="1555282"/>
                <a:gridCol w="2888381"/>
                <a:gridCol w="2888381"/>
                <a:gridCol w="1555282"/>
              </a:tblGrid>
              <a:tr h="330000">
                <a:tc>
                  <a:txBody>
                    <a:bodyPr wrap="square"/>
                    <a:lstStyle/>
                    <a:p>
                      <a:r>
                        <a:rPr sz="1200" b="1">
                          <a:solidFill>
                            <a:srgbClr val="14213D"/>
                          </a:solidFill>
                          <a:latin typeface="Arial"/>
                        </a:rPr>
                        <a:t>Task order</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Code example in memory</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Gain vs No Memory (95% CI)</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Blank scaffolds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+4.4 (−1.9 to 10.6),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19</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+7.4 (1.6 to 13.1), significant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+4.5 (−2.2 to 11.3),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+5.5 (−0.5 to 11.6)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pic>
        <p:nvPicPr>
          <p:cNvPr id="5" name="Picture 4" descr="gap_order_seed11_v91.png"/>
          <p:cNvPicPr>
            <a:picLocks noChangeAspect="1"/>
          </p:cNvPicPr>
          <p:nvPr/>
        </p:nvPicPr>
        <p:blipFill>
          <a:blip r:embed="rId3"/>
          <a:stretch>
            <a:fillRect/>
          </a:stretch>
        </p:blipFill>
        <p:spPr>
          <a:xfrm>
            <a:off x="825500" y="38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v7, the model copied a whole file as a finished answer and returned the empty starter project.</a:t>
            </a:r>
          </a:p>
          <a:p>
            <a:pPr>
              <a:spcAft>
                <a:spcPts val="400"/>
              </a:spcAft>
            </a:pPr>
            <a:r>
              <a:rPr sz="1200" b="0">
                <a:solidFill>
                  <a:srgbClr val="14213D"/>
                </a:solidFill>
                <a:latin typeface="Arial"/>
              </a:rPr>
              <a:t>v9.1 removes this: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developed on the same benchmark</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32B generator: about 19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2845</Words>
  <Application>Microsoft Macintosh PowerPoint</Application>
  <PresentationFormat>宽屏</PresentationFormat>
  <Paragraphs>180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11 full runs × 101 tasks: about 1,100 websites and 7,000 checks</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One bad memory caused blank sites; short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5</cp:revision>
  <dcterms:created xsi:type="dcterms:W3CDTF">2026-10-13T06:48:37Z</dcterms:created>
  <dcterms:modified xsi:type="dcterms:W3CDTF">2026-10-15T06:55:22Z</dcterms:modified>
</cp:coreProperties>
</file>