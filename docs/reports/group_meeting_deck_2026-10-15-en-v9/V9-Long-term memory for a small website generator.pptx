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72" r:id="rId23"/>
    <p:sldId id="269" r:id="rId6"/>
    <p:sldId id="260" r:id="rId7"/>
    <p:sldId id="273" r:id="rId24"/>
    <p:sldId id="261" r:id="rId8"/>
    <p:sldId id="262" r:id="rId9"/>
    <p:sldId id="271" r:id="rId22"/>
    <p:sldId id="263" r:id="rId10"/>
    <p:sldId id="264" r:id="rId11"/>
    <p:sldId id="265" r:id="rId12"/>
    <p:sldId id="270"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p:normalViewPr>
  <p:slideViewPr>
    <p:cSldViewPr snapToGrid="0" snapToObjects="1">
      <p:cViewPr varScale="1">
        <p:scale>
          <a:sx n="97" d="100"/>
          <a:sy n="97"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1.xml"/><Relationship Id="rId23" Type="http://schemas.openxmlformats.org/officeDocument/2006/relationships/slide" Target="slides/slide5.xml"/><Relationship Id="rId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I am Qiaopan. My question: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size of the study. Each run builds all 101 websites. We have eleven full runs: about one thousand one hundred websites and seven thousand checks. No Memory was run in three task orders, to measure how much the baseline itself varies. The remaining runs now use two lanes in parallel, so they finish this weekend; a stronger 32B generator follows.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v4, used text lessons. They helped on the first 30 tasks, but by the end v4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v7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result. Without memory: 28.5 percent and 30 zero-score tasks. With v7: 40 percent and 13. Paired by task, the gain is 11.5 points, and the 95 percent confidence interval, 6 to 16.9, does not include zero.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learning curve, in execution order. Text memory, in orange, starts high and then falls below No Memory. Code memory, in blue, keeps its lead to the end. So the gain grows with experience, it is not only an early boost.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this is not significant. Adding memory on top adds 8.1 points, and this is significant.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memory, the task order matters, because each task can only use what came before it. We tried two shuffled orders. With v7 the gain dropped to about four and a half points. The reason: one code example was a whole file, and the model copied it as a finished answer, returning the empty starter project. In v9.1 every example is a short checked fragment. Blank sites go to zero, and the gain is 7.4 points on seed 11, which is significant, and 5.5 on seed 29. The chart shows the gap staying near or above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Each order has one run, as in the original paper. The gain is in features, not in look. We used one model and one tool, and the method was developed on this benchmark. Next: the last runs finish this weekend, the 32B generator after that, and the thesis draft goes to my supervisor on Monday.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for a small model, memory should give code, not advice. Accuracy rises from 28.5 to 40 percent, and most of the gain comes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tried many versions, but they fall into three families, and from now on I only use these three names. Text memory gives the model lessons written as text; its last version adds a checklist. The text piles up and the small model ignores it: 30.9 percent. Code memory keeps the checklist and adds short code examples from our own working sites: this is the big jump, to 40 percent. The final version changes only how examples are chosen: only checked fragments, never a whole file, which matters when the task order changes. The last row is an ablation: the checklist alone, with memory turned off, helps only a little.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the results, a word on the models and compute. The generator is WebGen-LM-7B. It is not a general Qwen model: the WebGen-Bench authors took Qwen2.5-Coder-7B-Instruct and fine-tuned it on about 600 website-building trajectories that DeepSeek-V3 produced inside Bolt, keeping only good-looking sites. So it already speaks Bolt's format, which makes it a fair small baseline. Everything runs on two H200 GPUs on the school cluster. The first GPU holds the 32B tester and the 7B generator; the second holds the 72B memory model and the embedding model. No paid API is used. We run two tasks in parallel, about twelve minutes each, and so far we have used about 470 GPU-hours.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what failure actually looks like. Same task, a solar dashboard. Without memory, the model imports a chart library that is not installed. The page shows only this error, so every test fails and the task scores zero. This is the most common way the 7B model gets zero. With the final memory, the prompt carried a short code example from an earlier site that worked; the model built all three views and every test passed. The numbered boxes are drawn by the tester to name what it can click.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 scale</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11 full runs × 101 tasks: about 1,100 websites and 7,000 checks</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Done (in the thesis)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in 3 task orders (original, seed 11, seed 29)</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Text memory (v4), code memory (v7), checklist only: original order</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v7 and the fixed v9.1 in 2 shuffled orders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(ready 16 Oct)</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Still running (two lanes in parallel)</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original order: 16 Oct morning</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interleaved orders: 17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from task 1, no memory: 17–18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Stronger 32B generator: about 19 Oct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lessons (v4)</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What the tester sees · task 000006, a solar dashboard</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missing package turns the whole site into an error page</a:t>
            </a:r>
            <a:endParaRPr lang="en-US" sz="3000" dirty="0"/>
          </a:p>
        </p:txBody>
      </p:sp>
      <p:pic>
        <p:nvPicPr>
          <p:cNvPr id="4" name="Picture 3" descr="006_nomem.png"/>
          <p:cNvPicPr>
            <a:picLocks noChangeAspect="1"/>
          </p:cNvPicPr>
          <p:nvPr/>
        </p:nvPicPr>
        <p:blipFill>
          <a:blip r:embed="rId2"/>
          <a:stretch>
            <a:fillRect/>
          </a:stretch>
        </p:blipFill>
        <p:spPr>
          <a:xfrm>
            <a:off x="609600" y="1827640"/>
            <a:ext cx="5242560" cy="3199805"/>
          </a:xfrm>
          <a:prstGeom prst="rect">
            <a:avLst/>
          </a:prstGeom>
        </p:spPr>
      </p:pic>
      <p:pic>
        <p:nvPicPr>
          <p:cNvPr id="5" name="Picture 4" descr="006_longmem_v9_1.png"/>
          <p:cNvPicPr>
            <a:picLocks noChangeAspect="1"/>
          </p:cNvPicPr>
          <p:nvPr/>
        </p:nvPicPr>
        <p:blipFill>
          <a:blip r:embed="rId3"/>
          <a:stretch>
            <a:fillRect/>
          </a:stretch>
        </p:blipFill>
        <p:spPr>
          <a:xfrm>
            <a:off x="6339840" y="1827640"/>
            <a:ext cx="5242560" cy="3199805"/>
          </a:xfrm>
          <a:prstGeom prst="rect">
            <a:avLst/>
          </a:prstGeom>
        </p:spPr>
      </p:pic>
      <p:sp>
        <p:nvSpPr>
          <p:cNvPr id="6" name="TextBox 5"/>
          <p:cNvSpPr txBox="1"/>
          <p:nvPr/>
        </p:nvSpPr>
        <p:spPr>
          <a:xfrm>
            <a:off x="609600" y="5087445"/>
            <a:ext cx="5242560" cy="400000"/>
          </a:xfrm>
          <a:prstGeom prst="rect">
            <a:avLst/>
          </a:prstGeom>
          <a:noFill/>
        </p:spPr>
        <p:txBody>
          <a:bodyPr wrap="square">
            <a:spAutoFit/>
          </a:bodyPr>
          <a:lstStyle/>
          <a:p>
            <a:r>
              <a:rPr sz="1200"/>
              <a:t>No Memory: imports vue-chartjs, which is not installed → score 0</a:t>
            </a:r>
          </a:p>
        </p:txBody>
      </p:sp>
      <p:sp>
        <p:nvSpPr>
          <p:cNvPr id="7" name="TextBox 6"/>
          <p:cNvSpPr txBox="1"/>
          <p:nvPr/>
        </p:nvSpPr>
        <p:spPr>
          <a:xfrm>
            <a:off x="6339840" y="5087445"/>
            <a:ext cx="5242560" cy="400000"/>
          </a:xfrm>
          <a:prstGeom prst="rect">
            <a:avLst/>
          </a:prstGeom>
          <a:noFill/>
        </p:spPr>
        <p:txBody>
          <a:bodyPr wrap="square">
            <a:spAutoFit/>
          </a:bodyPr>
          <a:lstStyle/>
          <a:p>
            <a:r>
              <a:rPr sz="1200"/>
              <a:t>Final memory (v9.1): three working views → score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 code memory (v7)</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Three families of memory</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memory → code memory → final version</a:t>
            </a:r>
            <a:endParaRPr lang="en-US" sz="3000" dirty="0"/>
          </a:p>
        </p:txBody>
      </p:sp>
      <p:graphicFrame>
        <p:nvGraphicFramePr>
          <p:cNvPr id="4" name="Table 3"/>
          <p:cNvGraphicFramePr>
            <a:graphicFrameLocks noGrp="1"/>
          </p:cNvGraphicFramePr>
          <p:nvPr/>
        </p:nvGraphicFramePr>
        <p:xfrm>
          <a:off x="825500" y="1800000"/>
          <a:ext cx="10553700" cy="2800000"/>
        </p:xfrm>
        <a:graphic>
          <a:graphicData uri="http://schemas.openxmlformats.org/drawingml/2006/table">
            <a:tbl>
              <a:tblPr firstRow="0" bandRow="0"/>
              <a:tblGrid>
                <a:gridCol w="2110740"/>
                <a:gridCol w="2849499"/>
                <a:gridCol w="3271647"/>
                <a:gridCol w="2321814"/>
              </a:tblGrid>
              <a:tr h="560000">
                <a:tc>
                  <a:txBody>
                    <a:bodyPr wrap="square"/>
                    <a:lstStyle/>
                    <a:p>
                      <a:r>
                        <a:rPr sz="1200" b="1">
                          <a:solidFill>
                            <a:srgbClr val="14213D"/>
                          </a:solidFill>
                          <a:latin typeface="Arial"/>
                        </a:rPr>
                        <a:t>Family (versions)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What memory gives the model</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Why we moved 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Result (101 tasks)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Text memory (v1–v4)</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Text lessons; v4 adds a checklist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Vague text piles up; the 7B model ignores it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30.9% (v4); below NM after task 30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Code memory (v5–v7)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 short code examples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Whole-file examples caused blank sites in new orders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40.0% (v7), +11.5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Final (v8–v9.1)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Same, but only checked fragments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Seed 11: +7.4; seed 29: +5.5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Ablation: checklist only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memory turned off</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31.8% (+3.4,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n.s. = not significant. Only one version per family ran on all 101 tasks: v4, v7, v9.1.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40.0%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Long Memory (v7)</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+11.5 points (95% CI 6.0 to 16.9). Wins 54, losses 24, ties 23.</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 so the gain is not chance.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n.s. = not significant (the CI includes 0). 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not significant; mainly fewer blank sites.</a:t>
            </a:r>
          </a:p>
          <a:p>
            <a:pPr>
              <a:spcAft>
                <a:spcPts val="400"/>
              </a:spcAft>
            </a:pPr>
            <a:r>
              <a:rPr sz="1400" b="0">
                <a:solidFill>
                  <a:srgbClr val="14213D"/>
                </a:solidFill>
                <a:latin typeface="Arial"/>
              </a:rPr>
              <a:t>Memory on top of the checklist: +8.1 points (95% CI 2.9 to 13.2), significant.</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shuffled runs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whole-file example caused blank sites; checked fragments fixed it</a:t>
            </a:r>
            <a:endParaRPr lang="en-US" sz="3000" dirty="0"/>
          </a:p>
        </p:txBody>
      </p:sp>
      <p:graphicFrame>
        <p:nvGraphicFramePr>
          <p:cNvPr id="4" name="Table 3"/>
          <p:cNvGraphicFramePr>
            <a:graphicFrameLocks noGrp="1"/>
          </p:cNvGraphicFramePr>
          <p:nvPr/>
        </p:nvGraphicFramePr>
        <p:xfrm>
          <a:off x="825500" y="1700000"/>
          <a:ext cx="10553699" cy="1650000"/>
        </p:xfrm>
        <a:graphic>
          <a:graphicData uri="http://schemas.openxmlformats.org/drawingml/2006/table">
            <a:tbl>
              <a:tblPr firstRow="0" bandRow="0"/>
              <a:tblGrid>
                <a:gridCol w="1666373"/>
                <a:gridCol w="1555282"/>
                <a:gridCol w="2888381"/>
                <a:gridCol w="2888381"/>
                <a:gridCol w="1555282"/>
              </a:tblGrid>
              <a:tr h="330000">
                <a:tc>
                  <a:txBody>
                    <a:bodyPr wrap="square"/>
                    <a:lstStyle/>
                    <a:p>
                      <a:r>
                        <a:rPr sz="1200" b="1">
                          <a:solidFill>
                            <a:srgbClr val="14213D"/>
                          </a:solidFill>
                          <a:latin typeface="Arial"/>
                        </a:rPr>
                        <a:t>Task order</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Version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Code example in memory</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Gain vs No Memory (95% CI)</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Blank scaffolds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memory (v7)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+4.4 (−1.9 to 10.6),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19</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Final (v9.1)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+7.4 (1.6 to 13.1), significant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memory (v7)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+4.5 (−2.2 to 11.3),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Final (v9.1)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+5.5 (−0.5 to 11.6)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pic>
        <p:nvPicPr>
          <p:cNvPr id="5" name="Picture 4" descr="gap_order_seed11_v91.png"/>
          <p:cNvPicPr>
            <a:picLocks noChangeAspect="1"/>
          </p:cNvPicPr>
          <p:nvPr/>
        </p:nvPicPr>
        <p:blipFill>
          <a:blip r:embed="rId3"/>
          <a:stretch>
            <a:fillRect/>
          </a:stretch>
        </p:blipFill>
        <p:spPr>
          <a:xfrm>
            <a:off x="825500" y="3800000"/>
            <a:ext cx="6300000" cy="2634545"/>
          </a:xfrm>
          <a:prstGeom prst="rect">
            <a:avLst/>
          </a:prstGeom>
        </p:spPr>
      </p:pic>
      <p:sp>
        <p:nvSpPr>
          <p:cNvPr id="6" name="TextBox 5"/>
          <p:cNvSpPr txBox="1"/>
          <p:nvPr/>
        </p:nvSpPr>
        <p:spPr>
          <a:xfrm>
            <a:off x="7350000" y="390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v7, the model copied a whole file as a finished answer and returned the empty starter project.</a:t>
            </a:r>
          </a:p>
          <a:p>
            <a:pPr>
              <a:spcAft>
                <a:spcPts val="400"/>
              </a:spcAft>
            </a:pPr>
            <a:r>
              <a:rPr sz="1200" b="0">
                <a:solidFill>
                  <a:srgbClr val="14213D"/>
                </a:solidFill>
                <a:latin typeface="Arial"/>
              </a:rPr>
              <a:t>v9.1 removes this: zero blank sites in both orders.</a:t>
            </a:r>
          </a:p>
          <a:p>
            <a:pPr>
              <a:spcAft>
                <a:spcPts val="400"/>
              </a:spcAft>
            </a:pPr>
            <a:r>
              <a:rPr sz="1200" b="0">
                <a:solidFill>
                  <a:srgbClr val="14213D"/>
                </a:solidFill>
                <a:latin typeface="Arial"/>
              </a:rPr>
              <a:t>No Memory is stable (27.9–28.6%), so the change is on the memory side.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was tuned on the same 101 tasks (checked on 2 new orders)</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Two more orders and fixed code prefix: by 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32B generator: about 19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40.0%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  ·  Code and data: github.com/qiaopan/WebGen-Bench</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2845</Words>
  <Application>Microsoft Macintosh PowerPoint</Application>
  <PresentationFormat>宽屏</PresentationFormat>
  <Paragraphs>180</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11 full runs × 101 tasks: about 1,100 websites and 7,000 checks</vt:lpstr>
      <vt:lpstr>Text lessons helped early, then fell below the baseline</vt:lpstr>
      <vt:lpstr>The small model follows code, not text</vt:lpstr>
      <vt:lpstr>Two parts: a checklist and a code pool</vt:lpstr>
      <vt:lpstr>Accuracy rises from 28.5% to 40.0%</vt:lpstr>
      <vt:lpstr>Only the code-pool version keeps its lead</vt:lpstr>
      <vt:lpstr>Memory, not the checklist, drives the gain</vt:lpstr>
      <vt:lpstr>One bad memory caused blank sites; short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5</cp:revision>
  <dcterms:created xsi:type="dcterms:W3CDTF">2026-10-13T06:48:37Z</dcterms:created>
  <dcterms:modified xsi:type="dcterms:W3CDTF">2026-10-15T06:55:22Z</dcterms:modified>
</cp:coreProperties>
</file>