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2" r:id="rId23"/>
    <p:sldId id="269" r:id="rId6"/>
    <p:sldId id="260" r:id="rId7"/>
    <p:sldId id="273" r:id="rId24"/>
    <p:sldId id="261" r:id="rId8"/>
    <p:sldId id="262" r:id="rId9"/>
    <p:sldId id="271" r:id="rId22"/>
    <p:sldId id="263" r:id="rId10"/>
    <p:sldId id="264" r:id="rId11"/>
    <p:sldId id="265" r:id="rId12"/>
    <p:sldId id="270"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1.xml"/><Relationship Id="rId23" Type="http://schemas.openxmlformats.org/officeDocument/2006/relationships/slide" Target="slides/slide5.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 a stronger 32B generator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Without memory: 28.5 percent and 30 zero-score tasks. With whole-file code memory: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this is not significant. Adding memory on top adds 8.1 points, and this is significant.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memory, the task order matters, because each task can only use what came before it. We tried two shuffled orders. With whole-file code memory the gain dropped to about four and a half points. The reason: one code example was a whole file, and the model copied it as a finished answer, returning the empty starter project. In the fragment version every example is a short checked fragment. Blank sites go to zero, and the gain is 7.4 points on seed 11, which is significant, and 5.5 on seed 29. The chart shows the gap staying near or above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the 32B generator after that,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tried many versions, but they fall into three families, and from now on I only use these three names. Text memory gives the model lessons written as text; its last version adds a checklist. The text piles up and the small model ignores it: 30.9 percent. Code memory keeps the checklist and adds short code examples from our own working sites: this is the big jump, to 40 percent. The final version changes only how examples are chosen: only checked fragments, never a whole file, which matters when the task order changes. The last row is an ablation: the checklist alone, with memory turned off,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results, a word on the models and compute. The generator is WebGen-LM-7B. It is not a general Qwen model: the WebGen-Bench authors took Qwen2.5-Coder-7B-Instruct and fine-tuned it on about 600 website-building trajectories that DeepSeek-V3 produced inside Bolt, keeping only good-looking sites. So it already speaks Bolt's format, which makes it a fair small baseline. Everything runs on two H200 GPUs on the school cluster. The first GPU holds the 32B tester and the 7B generator; the second holds the 72B memory model and the embedding model. No paid API is used. We run two tasks in parallel, about twelve minutes each, and so far we have used about 470 GPU-hours.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what failure actually looks like. Same task, a solar dashboard. Without memory, the model imports a chart library that is not installed. The page shows only this error, so every test fails and the task scores zero. This is the most common way the 7B model gets zero. With the final memory, the prompt carried a short code example from an earlier site that worked; the model built all three views and every test passed. The numbered boxes are drawn by the tester to name what it can click.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code memory (whole-file),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Code memory, whole-file and fragments,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2"/>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3"/>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nvGraphicFramePr>
        <p:xfrm>
          <a:off x="825500" y="1800000"/>
          <a:ext cx="10553700" cy="2800000"/>
        </p:xfrm>
        <a:graphic>
          <a:graphicData uri="http://schemas.openxmlformats.org/drawingml/2006/table">
            <a:tbl>
              <a:tblPr firstRow="0" bandRow="0"/>
              <a:tblGrid>
                <a:gridCol w="2110740"/>
                <a:gridCol w="2849499"/>
                <a:gridCol w="3271647"/>
                <a:gridCol w="2321814"/>
              </a:tblGrid>
              <a:tr h="560000">
                <a:tc>
                  <a:txBody>
                    <a:bodyPr wrap="square"/>
                    <a:lstStyle/>
                    <a:p>
                      <a:r>
                        <a:rPr sz="1200" b="1">
                          <a:solidFill>
                            <a:srgbClr val="14213D"/>
                          </a:solidFill>
                          <a:latin typeface="Arial"/>
                        </a:rPr>
                        <a:t>Design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memory gives the model</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Why we moved 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Result (101 tasks)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Text memory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text lessons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Vague text piles up; the 7B model ignores it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30.9%; below NM after task 30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Code memory (whole-file)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code examples, some whole files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Whole-file examples caused blank sites in new orders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40.0%, +11.5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Code memory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Final method: only checked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Seed 11: +7.4; seed 29: +5.5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Ablation: checklist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memory turned off</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31.8% (+3.4, CI includes 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(whole-file)</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1650000"/>
        </p:xfrm>
        <a:graphic>
          <a:graphicData uri="http://schemas.openxmlformats.org/drawingml/2006/table">
            <a:tbl>
              <a:tblPr firstRow="0" bandRow="0"/>
              <a:tblGrid>
                <a:gridCol w="1666373"/>
                <a:gridCol w="1555282"/>
                <a:gridCol w="2888381"/>
                <a:gridCol w="2888381"/>
                <a:gridCol w="1555282"/>
              </a:tblGrid>
              <a:tr h="330000">
                <a:tc>
                  <a:txBody>
                    <a:bodyPr wrap="square"/>
                    <a:lstStyle/>
                    <a:p>
                      <a:r>
                        <a:rPr sz="1200" b="1">
                          <a:solidFill>
                            <a:srgbClr val="14213D"/>
                          </a:solidFill>
                          <a:latin typeface="Arial"/>
                        </a:rPr>
                        <a:t>Task order</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Code example in memory</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Gain vs No Memory (95% CI)</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Blank scaffolds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(whole-file)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+4.4 (−1.9 to 10.6)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19</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+7.4 (1.6 to 13.1)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(whole-file)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+4.5 (−2.2 to 11.3)</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+5.5 (−0.5 to 11.6)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pic>
        <p:nvPicPr>
          <p:cNvPr id="5" name="Picture 4" descr="gap_order_seed11_v91.png"/>
          <p:cNvPicPr>
            <a:picLocks noChangeAspect="1"/>
          </p:cNvPicPr>
          <p:nvPr/>
        </p:nvPicPr>
        <p:blipFill>
          <a:blip r:embed="rId3"/>
          <a:stretch>
            <a:fillRect/>
          </a:stretch>
        </p:blipFill>
        <p:spPr>
          <a:xfrm>
            <a:off x="825500" y="38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tuned on the same 101 tasks (checked on 2 new orders)</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Fragments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2845</Words>
  <Application>Microsoft Macintosh PowerPoint</Application>
  <PresentationFormat>宽屏</PresentationFormat>
  <Paragraphs>180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11 full runs × 101 tasks: about 1,100 websites and 7,000 checks</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One bad memory caused blank sites; short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5</cp:revision>
  <dcterms:created xsi:type="dcterms:W3CDTF">2026-10-13T06:48:37Z</dcterms:created>
  <dcterms:modified xsi:type="dcterms:W3CDTF">2026-10-15T06:55:22Z</dcterms:modified>
</cp:coreProperties>
</file>